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当前总资产：472.86万元</a:t>
            </a:r>
          </a:p>
          <a:p>
            <a:pPr>
              <a:defRPr sz="1500"/>
            </a:pPr>
            <a:r>
              <a:t>累计收益率：-5.43%</a:t>
            </a:r>
          </a:p>
          <a:p>
            <a:pPr>
              <a:defRPr sz="1500"/>
            </a:pPr>
            <a:r>
              <a:t>同期沪深300：-5.72%</a:t>
            </a:r>
          </a:p>
          <a:p>
            <a:pPr>
              <a:defRPr sz="1500"/>
            </a:pPr>
            <a:r>
              <a:t>现金：95.84万元（20.3%）</a:t>
            </a:r>
          </a:p>
          <a:p>
            <a:pPr>
              <a:defRPr sz="1500"/>
            </a:pPr>
            <a:r>
              <a:t>持仓：14只，累计交易37笔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-5.24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1.39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-4.73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162.31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-1.53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-1.74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招商银行（600036，银行）：综合74.0分；基本面优秀，具备中长期配置价值；中期趋势向上，可关注/持有。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中国平安（601318，保险）：综合71.0分；基本面优秀，具备中长期配置价值；中期趋势向上，可关注/持有。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