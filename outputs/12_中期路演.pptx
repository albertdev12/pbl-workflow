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当前总资产：456.01万元</a:t>
            </a:r>
          </a:p>
          <a:p>
            <a:pPr>
              <a:defRPr sz="1500"/>
            </a:pPr>
            <a:r>
              <a:t>累计收益率：-8.80%</a:t>
            </a:r>
          </a:p>
          <a:p>
            <a:pPr>
              <a:defRPr sz="1500"/>
            </a:pPr>
            <a:r>
              <a:t>同期沪深300：-9.59%</a:t>
            </a:r>
          </a:p>
          <a:p>
            <a:pPr>
              <a:defRPr sz="1500"/>
            </a:pPr>
            <a:r>
              <a:t>现金：94.24万元（20.7%）</a:t>
            </a:r>
          </a:p>
          <a:p>
            <a:pPr>
              <a:defRPr sz="1500"/>
            </a:pPr>
            <a:r>
              <a:t>持仓：13只，累计交易41笔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111.44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-4.54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1.48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-1.25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-5.54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162.16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-1.54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147.35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-1.39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-1.32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宁德时代（300750，新能源电池）：综合74.5分；基本面优秀，具备中长期配置价值；趋势中性，观望。</a:t>
            </a:r>
          </a:p>
          <a:p>
            <a:pPr>
              <a:defRPr sz="1500"/>
            </a:pPr>
            <a:r>
              <a:t>紫金矿业（601899，有色金属）：综合73.5分；基本面优秀，具备中长期配置价值；趋势中性，观望。</a:t>
            </a:r>
          </a:p>
          <a:p>
            <a:pPr>
              <a:defRPr sz="1500"/>
            </a:pPr>
            <a:r>
              <a:t>立讯精密（002475，消费电子）：综合72.5分；基本面优秀，具备中长期配置价值；中期趋势向上，可关注/持有。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长江电力（600900，电力）：综合67.0分；基本面优秀，具备中长期配置价值；趋势中性，观望。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