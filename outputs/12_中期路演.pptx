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当前总资产：449.66万元</a:t>
            </a:r>
          </a:p>
          <a:p>
            <a:pPr>
              <a:defRPr sz="1500"/>
            </a:pPr>
            <a:r>
              <a:t>累计收益率：-10.07%</a:t>
            </a:r>
          </a:p>
          <a:p>
            <a:pPr>
              <a:defRPr sz="1500"/>
            </a:pPr>
            <a:r>
              <a:t>同期沪深300：-9.77%</a:t>
            </a:r>
          </a:p>
          <a:p>
            <a:pPr>
              <a:defRPr sz="1500"/>
            </a:pPr>
            <a:r>
              <a:t>现金：94.78万元（21.1%）</a:t>
            </a:r>
          </a:p>
          <a:p>
            <a:pPr>
              <a:defRPr sz="1500"/>
            </a:pPr>
            <a:r>
              <a:t>持仓：13只，累计交易43笔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114.36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2.59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美的集团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-0.95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-0.97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24.79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-6.76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-0.92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147.76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-2.98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-1.57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36.52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-2.82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宁德时代（300750，新能源电池）：综合76.5分；基本面优秀，具备中长期配置价值；趋势中性，观望。</a:t>
            </a:r>
          </a:p>
          <a:p>
            <a:pPr>
              <a:defRPr sz="1500"/>
            </a:pPr>
            <a:r>
              <a:t>紫金矿业（601899，有色金属）：综合72.5分；基本面优秀，具备中长期配置价值；趋势中性，观望。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招商银行（600036，银行）：综合66.0分；基本面优秀，具备中长期配置价值；中期趋势向上，可关注/持有。</a:t>
            </a:r>
          </a:p>
          <a:p>
            <a:pPr>
              <a:defRPr sz="1500"/>
            </a:pPr>
            <a:r>
              <a:t>美的集团（000333，家电）：综合65.5分；基本面优秀，具备中长期配置价值；趋势中性，观望。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