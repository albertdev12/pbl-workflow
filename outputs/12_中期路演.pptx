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当前总资产：483.95万元</a:t>
            </a:r>
          </a:p>
          <a:p>
            <a:pPr>
              <a:defRPr sz="1500"/>
            </a:pPr>
            <a:r>
              <a:t>累计收益率：-3.21%</a:t>
            </a:r>
          </a:p>
          <a:p>
            <a:pPr>
              <a:defRPr sz="1500"/>
            </a:pPr>
            <a:r>
              <a:t>同期沪深300：-1.93%</a:t>
            </a:r>
          </a:p>
          <a:p>
            <a:pPr>
              <a:defRPr sz="1500"/>
            </a:pPr>
            <a:r>
              <a:t>现金：133.80万元（27.6%）</a:t>
            </a:r>
          </a:p>
          <a:p>
            <a:pPr>
              <a:defRPr sz="1500"/>
            </a:pPr>
            <a:r>
              <a:t>持仓：13只，累计交易32笔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25603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-2.82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-5.04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26.47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新集能源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-0.24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恺英网络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-0.49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星网锐捷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1.42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深信服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136.73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137.47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哈药股份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招商轮船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0.05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睿创微纳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177.58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0.74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药明康德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16.05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康龙化成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42.65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0.11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赤峰黄金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-0.05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紫金矿业（601899，有色金属）：综合73.5分；基本面优秀，具备中长期配置价值；趋势中性，观望。</a:t>
            </a:r>
          </a:p>
          <a:p>
            <a:pPr>
              <a:defRPr sz="1500"/>
            </a:pPr>
            <a:r>
              <a:t>宁德时代（300750，新能源电池）：综合71.0分；基本面优秀，具备中长期配置价值；趋势中性，观望。</a:t>
            </a:r>
          </a:p>
          <a:p>
            <a:pPr>
              <a:defRPr sz="15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中国平安（601318，保险）：综合69.0分；基本面优秀，具备中长期配置价值；趋势中性，观望。</a:t>
            </a:r>
          </a:p>
          <a:p>
            <a:pPr>
              <a:defRPr sz="1500"/>
            </a:pPr>
            <a:r>
              <a:t>美的集团（000333，家电）：综合65.5分；基本面优秀，具备中长期配置价值；趋势中性，观望。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15.45%，最大回撤 -10.71%。</a:t>
            </a:r>
          </a:p>
          <a:p>
            <a:pPr>
              <a:defRPr sz="1500"/>
            </a:pPr>
            <a:r>
              <a:t>移动止损（回撤12%）：无偏回测 33.40%，最大回撤 -11.58%。</a:t>
            </a:r>
          </a:p>
          <a:p>
            <a:pPr>
              <a:defRPr sz="1500"/>
            </a:pPr>
            <a:r>
              <a:t>交易笔数由 106 笔降到 61 笔——换手越低、费用损耗越小。</a:t>
            </a:r>
          </a:p>
          <a:p>
            <a:pPr>
              <a:defRPr sz="1500"/>
            </a:pPr>
            <a:r>
              <a:t>前视偏差检验：用“今天的财务数据”回测过去会产生前视偏差：打乱基本面分数后收益从 51.92% 掉到 8.69%，而基本面统一为中性60分的口径为 9.88%，因此正式结论以中性口径的无偏对照为准。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