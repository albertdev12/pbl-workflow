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当前总资产：490.55万元</a:t>
            </a:r>
          </a:p>
          <a:p>
            <a:pPr>
              <a:defRPr sz="1500"/>
            </a:pPr>
            <a:r>
              <a:t>累计收益率：-1.89%</a:t>
            </a:r>
          </a:p>
          <a:p>
            <a:pPr>
              <a:defRPr sz="1500"/>
            </a:pPr>
            <a:r>
              <a:t>同期沪深300：-0.08%</a:t>
            </a:r>
          </a:p>
          <a:p>
            <a:pPr>
              <a:defRPr sz="1500"/>
            </a:pPr>
            <a:r>
              <a:t>现金：96.66万元（19.7%）</a:t>
            </a:r>
          </a:p>
          <a:p>
            <a:pPr>
              <a:defRPr sz="1500"/>
            </a:pPr>
            <a:r>
              <a:t>持仓：14只，累计交易34笔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99.12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-3.02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151.13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宁德时代（300750，新能源电池）：综合73.0分；基本面优秀，具备中长期配置价值；趋势中性，观望。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中国平安（601318，保险）：综合71.0分；基本面优秀，具备中长期配置价值；中期趋势向上，可关注/持有。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立讯精密（002475，消费电子）：综合70.0分；基本面优秀，具备中长期配置价值；趋势中性，观望。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招商银行（600036，银行）：综合64.0分；基本面优秀，具备中长期配置价值；趋势中性，观望。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