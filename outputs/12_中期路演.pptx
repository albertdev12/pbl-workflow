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当前总资产：487.42万元</a:t>
            </a:r>
          </a:p>
          <a:p>
            <a:pPr>
              <a:defRPr sz="1500"/>
            </a:pPr>
            <a:r>
              <a:t>累计收益率：-2.52%</a:t>
            </a:r>
          </a:p>
          <a:p>
            <a:pPr>
              <a:defRPr sz="1500"/>
            </a:pPr>
            <a:r>
              <a:t>同期沪深300：-0.68%</a:t>
            </a:r>
          </a:p>
          <a:p>
            <a:pPr>
              <a:defRPr sz="1500"/>
            </a:pPr>
            <a:r>
              <a:t>现金：96.66万元（19.8%）</a:t>
            </a:r>
          </a:p>
          <a:p>
            <a:pPr>
              <a:defRPr sz="1500"/>
            </a:pPr>
            <a:r>
              <a:t>持仓：14只，累计交易34笔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118.84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-1.32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53.87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98.04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-4.09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-0.57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36.52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22.28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146.43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184.06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167.95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1.28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中国平安（601318，保险）：综合73.5分；基本面优秀，具备中长期配置价值；中期趋势向上，可关注/持有。</a:t>
            </a:r>
          </a:p>
          <a:p>
            <a:pPr>
              <a:defRPr sz="1500"/>
            </a:pPr>
            <a:r>
              <a:t>紫金矿业（601899，有色金属）：综合73.0分；基本面优秀，具备中长期配置价值；趋势中性，观望。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立讯精密（002475，消费电子）：综合65.0分；基本面优秀，具备中长期配置价值；趋势中性，观望。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招商银行（600036，银行）：综合64.0分；基本面优秀，具备中长期配置价值；趋势中性，观望。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