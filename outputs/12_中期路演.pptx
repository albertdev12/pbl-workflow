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当前总资产：499.07万元</a:t>
            </a:r>
          </a:p>
          <a:p>
            <a:pPr>
              <a:defRPr sz="1500"/>
            </a:pPr>
            <a:r>
              <a:t>累计收益率：-0.19%</a:t>
            </a:r>
          </a:p>
          <a:p>
            <a:pPr>
              <a:defRPr sz="1500"/>
            </a:pPr>
            <a:r>
              <a:t>同期沪深300：+0.67%</a:t>
            </a:r>
          </a:p>
          <a:p>
            <a:pPr>
              <a:defRPr sz="1500"/>
            </a:pPr>
            <a:r>
              <a:t>现金：100.06万元（20.0%）</a:t>
            </a:r>
          </a:p>
          <a:p>
            <a:pPr>
              <a:defRPr sz="1500"/>
            </a:pPr>
            <a:r>
              <a:t>持仓：4只，累计交易4笔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6400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119.72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-0.44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37.62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-0.89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36500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123.59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紫金矿业（601899，有色金属）：综合80.0分；基本面优秀，具备中长期配置价值；中期趋势向上，可关注/持有。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宁德时代（300750，新能源电池）：综合68.5分；基本面优秀，具备中长期配置价值；趋势中性，观望。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-2.75%，最大回撤 -16.93%。</a:t>
            </a:r>
          </a:p>
          <a:p>
            <a:pPr>
              <a:defRPr sz="1500"/>
            </a:pPr>
            <a:r>
              <a:t>移动止损（回撤12%）：无偏回测 20.76%，最大回撤 -12.54%。</a:t>
            </a:r>
          </a:p>
          <a:p>
            <a:pPr>
              <a:defRPr sz="1500"/>
            </a:pPr>
            <a:r>
              <a:t>交易笔数由 110 笔降到 64 笔——换手越低、费用损耗越小。</a:t>
            </a:r>
          </a:p>
          <a:p>
            <a:pPr>
              <a:defRPr sz="1500"/>
            </a:pPr>
            <a:r>
              <a:t>前视偏差检验：打乱基本面分数后收益由 +52.8% 降至 +3.5%，因此只信无偏对照。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