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当前总资产：490.39万元</a:t>
            </a:r>
          </a:p>
          <a:p>
            <a:pPr>
              <a:defRPr sz="1500"/>
            </a:pPr>
            <a:r>
              <a:t>累计收益率：-1.92%</a:t>
            </a:r>
          </a:p>
          <a:p>
            <a:pPr>
              <a:defRPr sz="1500"/>
            </a:pPr>
            <a:r>
              <a:t>同期沪深300：-0.83%</a:t>
            </a:r>
          </a:p>
          <a:p>
            <a:pPr>
              <a:defRPr sz="1500"/>
            </a:pPr>
            <a:r>
              <a:t>现金：106.83万元（21.8%）</a:t>
            </a:r>
          </a:p>
          <a:p>
            <a:pPr>
              <a:defRPr sz="1500"/>
            </a:pPr>
            <a:r>
              <a:t>持仓：6只，累计交易15笔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-2.73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