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数据截止：2026-10-29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当前总资产：443.46万元</a:t>
            </a:r>
          </a:p>
          <a:p>
            <a:pPr>
              <a:defRPr sz="1500"/>
            </a:pPr>
            <a:r>
              <a:t>累计收益率：-11.31%</a:t>
            </a:r>
          </a:p>
          <a:p>
            <a:pPr>
              <a:defRPr sz="1500"/>
            </a:pPr>
            <a:r>
              <a:t>同期沪深300：-11.13%</a:t>
            </a:r>
          </a:p>
          <a:p>
            <a:pPr>
              <a:defRPr sz="1500"/>
            </a:pPr>
            <a:r>
              <a:t>现金：94.78万元（21.4%）</a:t>
            </a:r>
          </a:p>
          <a:p>
            <a:pPr>
              <a:defRPr sz="1500"/>
            </a:pPr>
            <a:r>
              <a:t>持仓：13只，累计交易43笔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5603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114.86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3.09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美的集团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85.28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87.48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39.37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0.99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-0.59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-1.05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23.15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-7.76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123.93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-0.64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-1.02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-0.18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139.03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-3.86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158.08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142.89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-1.97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-0.26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-3.42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宁德时代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237.6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229.07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103.08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-3.84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宁德时代（300750，新能源电池）：综合76.5分；基本面优秀，具备中长期配置价值；趋势中性，观望。</a:t>
            </a:r>
          </a:p>
          <a:p>
            <a:pPr>
              <a:defRPr sz="1500"/>
            </a:pPr>
            <a:r>
              <a:t>紫金矿业（601899，有色金属）：综合75.5分；基本面优秀，具备中长期配置价值；趋势中性，观望。</a:t>
            </a:r>
          </a:p>
          <a:p>
            <a:pPr>
              <a:defRPr sz="1500"/>
            </a:pPr>
            <a:r>
              <a:t>长江电力（600900，电力）：综合74.5分；基本面优秀，具备中长期配置价值；中期趋势向上，可关注/持有。</a:t>
            </a:r>
          </a:p>
          <a:p>
            <a:pPr>
              <a:defRPr sz="1500"/>
            </a:pPr>
            <a:r>
              <a:t>恒瑞医药（600276，医药）：综合72.0分；基本面优秀，具备中长期配置价值；中期趋势向上，可关注/持有。</a:t>
            </a:r>
          </a:p>
          <a:p>
            <a:pPr>
              <a:defRPr sz="1500"/>
            </a:pPr>
            <a:r>
              <a:t>招商银行（600036，银行）：综合71.5分；基本面优秀，具备中长期配置价值；中期趋势向上，可关注/持有。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