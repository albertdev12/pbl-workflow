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当前总资产：486.21万元</a:t>
            </a:r>
          </a:p>
          <a:p>
            <a:pPr>
              <a:defRPr sz="1500"/>
            </a:pPr>
            <a:r>
              <a:t>累计收益率：-2.76%</a:t>
            </a:r>
          </a:p>
          <a:p>
            <a:pPr>
              <a:defRPr sz="1500"/>
            </a:pPr>
            <a:r>
              <a:t>同期沪深300：-1.51%</a:t>
            </a:r>
          </a:p>
          <a:p>
            <a:pPr>
              <a:defRPr sz="1500"/>
            </a:pPr>
            <a:r>
              <a:t>现金：80.26万元（16.5%）</a:t>
            </a:r>
          </a:p>
          <a:p>
            <a:pPr>
              <a:defRPr sz="1500"/>
            </a:pPr>
            <a:r>
              <a:t>持仓：12只，累计交易26笔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-2.43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-4.22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-3.64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134.89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176.34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长江电力（600900，电力）：综合74.0分；基本面优秀，具备中长期配置价值；中期趋势向上，可关注/持有。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