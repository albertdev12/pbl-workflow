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当前总资产：483.95万元</a:t>
            </a:r>
          </a:p>
          <a:p>
            <a:pPr>
              <a:defRPr sz="1500"/>
            </a:pPr>
            <a:r>
              <a:t>累计收益率：-3.21%</a:t>
            </a:r>
          </a:p>
          <a:p>
            <a:pPr>
              <a:defRPr sz="1500"/>
            </a:pPr>
            <a:r>
              <a:t>同期沪深300：-1.93%</a:t>
            </a:r>
          </a:p>
          <a:p>
            <a:pPr>
              <a:defRPr sz="1500"/>
            </a:pPr>
            <a:r>
              <a:t>现金：133.80万元（27.6%）</a:t>
            </a:r>
          </a:p>
          <a:p>
            <a:pPr>
              <a:defRPr sz="1500"/>
            </a:pPr>
            <a:r>
              <a:t>持仓：13只，累计交易32笔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-2.82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-5.04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1.42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137.47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紫金矿业（601899，有色金属）：综合73.5分；基本面优秀，具备中长期配置价值；趋势中性，观望。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宁德时代（300750，新能源电池）：综合68.5分；基本面优秀，具备中长期配置价值；趋势中性，观望。</a:t>
            </a:r>
          </a:p>
          <a:p>
            <a:pPr>
              <a:defRPr sz="1500"/>
            </a:pPr>
            <a:r>
              <a:t>美的集团（000333，家电）：综合65.5分；基本面优秀，具备中长期配置价值；趋势中性，观望。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