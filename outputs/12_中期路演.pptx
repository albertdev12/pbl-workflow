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数据截止：2026-10-09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当前总资产：478.95万元</a:t>
            </a:r>
          </a:p>
          <a:p>
            <a:pPr>
              <a:defRPr sz="1500"/>
            </a:pPr>
            <a:r>
              <a:t>累计收益率：-4.21%</a:t>
            </a:r>
          </a:p>
          <a:p>
            <a:pPr>
              <a:defRPr sz="1500"/>
            </a:pPr>
            <a:r>
              <a:t>同期沪深300：-4.98%</a:t>
            </a:r>
          </a:p>
          <a:p>
            <a:pPr>
              <a:defRPr sz="1500"/>
            </a:pPr>
            <a:r>
              <a:t>现金：95.84万元（20.0%）</a:t>
            </a:r>
          </a:p>
          <a:p>
            <a:pPr>
              <a:defRPr sz="1500"/>
            </a:pPr>
            <a:r>
              <a:t>持仓：14只，累计交易37笔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4003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52.83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96.15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-5.99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118.89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2.91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-0.65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-2.83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138.96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0.11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22.07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0.07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-0.69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41.38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-0.87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宁德时代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297.75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宁德时代（300750，新能源电池）：综合75.5分；基本面优秀，具备中长期配置价值；中期趋势向上，可关注/持有。</a:t>
            </a:r>
          </a:p>
          <a:p>
            <a:pPr>
              <a:defRPr sz="1500"/>
            </a:pPr>
            <a:r>
              <a:t>紫金矿业（601899，有色金属）：综合73.0分；基本面优秀，具备中长期配置价值；趋势中性，观望。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长江电力（600900，电力）：综合72.0分；基本面优秀，具备中长期配置价值；中期趋势向上，可关注/持有。</a:t>
            </a:r>
          </a:p>
          <a:p>
            <a:pPr>
              <a:defRPr sz="1500"/>
            </a:pPr>
            <a:r>
              <a:t>立讯精密（002475，消费电子）：综合67.0分；基本面优秀，具备中长期配置价值；趋势中性，观望。</a:t>
            </a:r>
          </a:p>
          <a:p>
            <a:pPr>
              <a:defRPr sz="1500"/>
            </a:pPr>
            <a:r>
              <a:t>招商银行（600036，银行）：综合66.0分；基本面优秀，具备中长期配置价值；中期趋势向上，可关注/持有。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