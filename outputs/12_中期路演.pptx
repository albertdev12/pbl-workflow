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当前总资产：499.50万元</a:t>
            </a:r>
          </a:p>
          <a:p>
            <a:pPr>
              <a:defRPr sz="1500"/>
            </a:pPr>
            <a:r>
              <a:t>累计收益率：-0.10%</a:t>
            </a:r>
          </a:p>
          <a:p>
            <a:pPr>
              <a:defRPr sz="1500"/>
            </a:pPr>
            <a:r>
              <a:t>同期沪深300：+0.01%</a:t>
            </a:r>
          </a:p>
          <a:p>
            <a:pPr>
              <a:defRPr sz="1500"/>
            </a:pPr>
            <a:r>
              <a:t>现金：42.57万元（8.5%）</a:t>
            </a:r>
          </a:p>
          <a:p>
            <a:pPr>
              <a:defRPr sz="1500"/>
            </a:pPr>
            <a:r>
              <a:t>持仓：6只，累计交易10笔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紫金矿业（601899，有色金属）：综合83.0分；基本面优秀，具备中长期配置价值；中期趋势向上，可关注/持有。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贵州茅台（600519，白酒）：综合67.5分；基本面优秀，具备中长期配置价值；中期趋势向上，可关注/持有。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