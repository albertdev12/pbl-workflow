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当前总资产：470.42万元</a:t>
            </a:r>
          </a:p>
          <a:p>
            <a:pPr>
              <a:defRPr sz="1500"/>
            </a:pPr>
            <a:r>
              <a:t>累计收益率：-5.92%</a:t>
            </a:r>
          </a:p>
          <a:p>
            <a:pPr>
              <a:defRPr sz="1500"/>
            </a:pPr>
            <a:r>
              <a:t>同期沪深300：-5.99%</a:t>
            </a:r>
          </a:p>
          <a:p>
            <a:pPr>
              <a:defRPr sz="1500"/>
            </a:pPr>
            <a:r>
              <a:t>现金：95.84万元（20.4%）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51.69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94.08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-8.06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1.37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-4.55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167.29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-1.42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