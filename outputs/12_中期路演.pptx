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课程：证券期货操作实验　平台：同花顺模拟炒股</a:t>
            </a:r>
          </a:p>
          <a:p>
            <a:pPr>
              <a:defRPr sz="1600"/>
            </a:pPr>
            <a:r>
              <a:t>汇报内容：投资表现 / 当前持仓 / 投资逻辑 / 阶段复盘 / 下一步计划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初始资金：500万元</a:t>
            </a:r>
          </a:p>
          <a:p>
            <a:pPr>
              <a:defRPr sz="1600"/>
            </a:pPr>
            <a:r>
              <a:t>当前总资产：499.07万元</a:t>
            </a:r>
          </a:p>
          <a:p>
            <a:pPr>
              <a:defRPr sz="1600"/>
            </a:pPr>
            <a:r>
              <a:t>当前收益率：-0.19%</a:t>
            </a:r>
          </a:p>
          <a:p>
            <a:pPr>
              <a:defRPr sz="1600"/>
            </a:pPr>
            <a:r>
              <a:t>同期沪深300：-0.36%</a:t>
            </a:r>
          </a:p>
          <a:p>
            <a:pPr>
              <a:defRPr sz="1600"/>
            </a:pPr>
            <a:r>
              <a:t>现金：100.06万元（20.0%）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持仓逻辑：基本面评分+技术面趋势双确认；单只≤30%。</a:t>
            </a:r>
          </a:p>
          <a:p>
            <a:pPr>
              <a:defRPr sz="1600"/>
            </a:pPr>
            <a:r>
              <a:t>主要风险：市场系统性回调、行业政策变化。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743200"/>
          <a:ext cx="8.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"/>
                <a:gridCol w="1"/>
                <a:gridCol w="1"/>
                <a:gridCol w="1"/>
                <a:gridCol w="1"/>
                <a:gridCol w="3"/>
              </a:tblGrid>
              <a:tr h="396240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-0.44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37.62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-0.89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123.59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投资逻辑（候选池Top）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紫金矿业（601899，有色金属）：综合80.0分；基本面优秀，具备中长期配置价值；中期趋势向上，可关注/持有。</a:t>
            </a:r>
          </a:p>
          <a:p>
            <a:pPr>
              <a:defRPr sz="16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6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600"/>
            </a:pPr>
            <a:r>
              <a:t>宁德时代（300750，新能源电池）：综合68.5分；基本面优秀，具备中长期配置价值；趋势中性，观望。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做得好：买入前完成基本面+技术面双检查，纪律执行止盈止损。</a:t>
            </a:r>
          </a:p>
          <a:p>
            <a:pPr>
              <a:defRPr sz="1600"/>
            </a:pPr>
            <a:r>
              <a:t>待改进：对宏观消息反应偏慢；行业集中度需再平衡。</a:t>
            </a:r>
          </a:p>
          <a:p>
            <a:pPr>
              <a:defRPr sz="1600"/>
            </a:pPr>
            <a:r>
              <a:t>下一步：跟踪候选池评分变化，技术面恶化标的及时调仓；保持现金≥20%。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