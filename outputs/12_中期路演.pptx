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当前总资产：443.04万元</a:t>
            </a:r>
          </a:p>
          <a:p>
            <a:pPr>
              <a:defRPr sz="1500"/>
            </a:pPr>
            <a:r>
              <a:t>累计收益率：-11.39%</a:t>
            </a:r>
          </a:p>
          <a:p>
            <a:pPr>
              <a:defRPr sz="1500"/>
            </a:pPr>
            <a:r>
              <a:t>同期沪深300：-12.28%</a:t>
            </a:r>
          </a:p>
          <a:p>
            <a:pPr>
              <a:defRPr sz="1500"/>
            </a:pPr>
            <a:r>
              <a:t>现金：94.78万元（21.4%）</a:t>
            </a:r>
          </a:p>
          <a:p>
            <a:pPr>
              <a:defRPr sz="1500"/>
            </a:pPr>
            <a:r>
              <a:t>持仓：13只，累计交易43笔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2.13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1.76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-1.25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-8.69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122.75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-0.89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-3.91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142.01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-4.24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232.92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104.81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-2.11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招商银行（600036，银行）：综合82.0分；基本面优秀，具备中长期配置价值；中期趋势向上，可关注/持有。</a:t>
            </a:r>
          </a:p>
          <a:p>
            <a:pPr>
              <a:defRPr sz="1500"/>
            </a:pPr>
            <a:r>
              <a:t>紫金矿业（601899，有色金属）：综合75.5分；基本面优秀，具备中长期配置价值；趋势中性，观望。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宁德时代（300750，新能源电池）：综合74.0分；基本面优秀，具备中长期配置价值；趋势中性，观望。</a:t>
            </a:r>
          </a:p>
          <a:p>
            <a:pPr>
              <a:defRPr sz="1500"/>
            </a:pPr>
            <a:r>
              <a:t>恒瑞医药（600276，医药）：综合72.0分；基本面优秀，具备中长期配置价值；中期趋势向上，可关注/持有。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美的集团（000333，家电）：综合71.0分；基本面优秀，具备中长期配置价值；中期趋势向上，可关注/持有。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