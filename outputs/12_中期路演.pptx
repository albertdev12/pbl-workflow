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当前总资产：460.73万元</a:t>
            </a:r>
          </a:p>
          <a:p>
            <a:pPr>
              <a:defRPr sz="1500"/>
            </a:pPr>
            <a:r>
              <a:t>累计收益率：-7.85%</a:t>
            </a:r>
          </a:p>
          <a:p>
            <a:pPr>
              <a:defRPr sz="1500"/>
            </a:pPr>
            <a:r>
              <a:t>同期沪深300：-8.40%</a:t>
            </a:r>
          </a:p>
          <a:p>
            <a:pPr>
              <a:defRPr sz="1500"/>
            </a:pPr>
            <a:r>
              <a:t>现金：103.24万元（22.4%）</a:t>
            </a:r>
          </a:p>
          <a:p>
            <a:pPr>
              <a:defRPr sz="1500"/>
            </a:pPr>
            <a:r>
              <a:t>持仓：13只，累计交易39笔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-2.57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1.59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-5.78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-1.88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紫金矿业（601899，有色金属）：综合72.5分；基本面优秀，具备中长期配置价值；趋势中性，观望。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宁德时代（300750，新能源电池）：综合71.0分；基本面优秀，具备中长期配置价值；趋势中性，观望。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立讯精密（002475，消费电子）：综合69.0分；基本面优秀，具备中长期配置价值；趋势中性，观望。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