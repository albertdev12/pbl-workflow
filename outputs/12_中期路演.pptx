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数据截止：2026-10-28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当前总资产：442.83万元</a:t>
            </a:r>
          </a:p>
          <a:p>
            <a:pPr>
              <a:defRPr sz="1500"/>
            </a:pPr>
            <a:r>
              <a:t>累计收益率：-11.43%</a:t>
            </a:r>
          </a:p>
          <a:p>
            <a:pPr>
              <a:defRPr sz="1500"/>
            </a:pPr>
            <a:r>
              <a:t>同期沪深300：-10.21%</a:t>
            </a:r>
          </a:p>
          <a:p>
            <a:pPr>
              <a:defRPr sz="1500"/>
            </a:pPr>
            <a:r>
              <a:t>现金：94.78万元（21.4%）</a:t>
            </a:r>
          </a:p>
          <a:p>
            <a:pPr>
              <a:defRPr sz="1500"/>
            </a:pPr>
            <a:r>
              <a:t>持仓：13只，累计交易43笔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25603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0.83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美的集团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85.28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85.91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0.28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-0.82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-1.19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星网锐捷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24.92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-6.68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深信服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136.73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0.31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哈药股份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-0.94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招商轮船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-0.18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睿创微纳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177.58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-3.51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药明康德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158.08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142.4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-2.04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康龙化成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42.65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39.6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-0.3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赤峰黄金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-3.1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宁德时代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237.6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229.14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103.11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-3.81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宁德时代（300750，新能源电池）：综合76.5分；基本面优秀，具备中长期配置价值；趋势中性，观望。</a:t>
            </a:r>
          </a:p>
          <a:p>
            <a:pPr>
              <a:defRPr sz="1500"/>
            </a:pPr>
            <a:r>
              <a:t>紫金矿业（601899，有色金属）：综合73.0分；基本面优秀，具备中长期配置价值；趋势中性，观望。</a:t>
            </a:r>
          </a:p>
          <a:p>
            <a:pPr>
              <a:defRPr sz="1500"/>
            </a:pPr>
            <a:r>
              <a:t>长江电力（600900，电力）：综合72.5分；基本面优秀，具备中长期配置价值；中期趋势向上，可关注/持有。</a:t>
            </a:r>
          </a:p>
          <a:p>
            <a:pPr>
              <a:defRPr sz="1500"/>
            </a:pPr>
            <a:r>
              <a:t>恒瑞医药（600276，医药）：综合72.0分；基本面优秀，具备中长期配置价值；中期趋势向上，可关注/持有。</a:t>
            </a:r>
          </a:p>
          <a:p>
            <a:pPr>
              <a:defRPr sz="1500"/>
            </a:pPr>
            <a:r>
              <a:t>美的集团（000333，家电）：综合67.5分；基本面优秀，具备中长期配置价值；中期趋势向上，可关注/持有。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15.45%，最大回撤 -10.71%。</a:t>
            </a:r>
          </a:p>
          <a:p>
            <a:pPr>
              <a:defRPr sz="1500"/>
            </a:pPr>
            <a:r>
              <a:t>移动止损（回撤12%）：无偏回测 33.40%，最大回撤 -11.58%。</a:t>
            </a:r>
          </a:p>
          <a:p>
            <a:pPr>
              <a:defRPr sz="1500"/>
            </a:pPr>
            <a:r>
              <a:t>交易笔数由 106 笔降到 61 笔——换手越低、费用损耗越小。</a:t>
            </a:r>
          </a:p>
          <a:p>
            <a:pPr>
              <a:defRPr sz="1500"/>
            </a:pPr>
            <a:r>
              <a:t>前视偏差检验：用“今天的财务数据”回测过去会产生前视偏差：打乱基本面分数后收益从 51.92% 掉到 8.69%，而基本面统一为中性60分的口径为 9.88%，因此正式结论以中性口径的无偏对照为准。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