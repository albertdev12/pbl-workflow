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数据截止：2026-09-10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当前总资产：499.49万元</a:t>
            </a:r>
          </a:p>
          <a:p>
            <a:pPr>
              <a:defRPr sz="1500"/>
            </a:pPr>
            <a:r>
              <a:t>累计收益率：-0.10%</a:t>
            </a:r>
          </a:p>
          <a:p>
            <a:pPr>
              <a:defRPr sz="1500"/>
            </a:pPr>
            <a:r>
              <a:t>同期沪深300：+0.01%</a:t>
            </a:r>
          </a:p>
          <a:p>
            <a:pPr>
              <a:defRPr sz="1500"/>
            </a:pPr>
            <a:r>
              <a:t>现金：42.57万元（8.5%）</a:t>
            </a:r>
          </a:p>
          <a:p>
            <a:pPr>
              <a:defRPr sz="1500"/>
            </a:pPr>
            <a:r>
              <a:t>持仓：6只，累计交易10笔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4800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沪深300ETF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258900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4.617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119.53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-0.62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中国平安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56.12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55.52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-1.27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33.93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34.11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119.39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0.64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51.97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0.38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美的集团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85.86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0.17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紫金矿业（601899，有色金属）：综合83.0分；基本面优秀，具备中长期配置价值；中期趋势向上，可关注/持有。</a:t>
            </a:r>
          </a:p>
          <a:p>
            <a:pPr>
              <a:defRPr sz="1500"/>
            </a:pPr>
            <a:r>
              <a:t>宁德时代（300750，新能源电池）：综合70.5分；基本面优秀，具备中长期配置价值；趋势中性，观望。</a:t>
            </a:r>
          </a:p>
          <a:p>
            <a:pPr>
              <a:defRPr sz="1500"/>
            </a:pPr>
            <a:r>
              <a:t>长江电力（600900，电力）：综合69.0分；基本面优秀，具备中长期配置价值；中期趋势向上，可关注/持有。</a:t>
            </a:r>
          </a:p>
          <a:p>
            <a:pPr>
              <a:defRPr sz="1500"/>
            </a:pPr>
            <a:r>
              <a:t>中国平安（601318，保险）：综合69.0分；基本面优秀，具备中长期配置价值；趋势中性，观望。</a:t>
            </a:r>
          </a:p>
          <a:p>
            <a:pPr>
              <a:defRPr sz="1500"/>
            </a:pPr>
            <a:r>
              <a:t>贵州茅台（600519，白酒）：综合67.5分；基本面优秀，具备中长期配置价值；中期趋势向上，可关注/持有。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-2.75%，最大回撤 -16.93%。</a:t>
            </a:r>
          </a:p>
          <a:p>
            <a:pPr>
              <a:defRPr sz="1500"/>
            </a:pPr>
            <a:r>
              <a:t>移动止损（回撤12%）：无偏回测 20.76%，最大回撤 -12.54%。</a:t>
            </a:r>
          </a:p>
          <a:p>
            <a:pPr>
              <a:defRPr sz="1500"/>
            </a:pPr>
            <a:r>
              <a:t>交易笔数由 110 笔降到 64 笔——换手越低、费用损耗越小。</a:t>
            </a:r>
          </a:p>
          <a:p>
            <a:pPr>
              <a:defRPr sz="1500"/>
            </a:pPr>
            <a:r>
              <a:t>前视偏差检验：打乱基本面分数后收益由 +52.8% 降至 +3.5%，因此只信无偏对照。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