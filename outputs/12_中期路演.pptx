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当前总资产：444.49万元</a:t>
            </a:r>
          </a:p>
          <a:p>
            <a:pPr>
              <a:defRPr sz="1500"/>
            </a:pPr>
            <a:r>
              <a:t>累计收益率：-11.10%</a:t>
            </a:r>
          </a:p>
          <a:p>
            <a:pPr>
              <a:defRPr sz="1500"/>
            </a:pPr>
            <a:r>
              <a:t>同期沪深300：-10.96%</a:t>
            </a:r>
          </a:p>
          <a:p>
            <a:pPr>
              <a:defRPr sz="1500"/>
            </a:pPr>
            <a:r>
              <a:t>现金：94.78万元（21.3%）</a:t>
            </a:r>
          </a:p>
          <a:p>
            <a:pPr>
              <a:defRPr sz="1500"/>
            </a:pPr>
            <a:r>
              <a:t>持仓：13只，累计交易43笔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114.25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2.48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-0.94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-1.17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-7.37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-1.02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-3.55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-2.16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37.25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-3.02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104.85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-2.07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宁德时代（300750，新能源电池）：综合76.5分；基本面优秀，具备中长期配置价值；趋势中性，观望。</a:t>
            </a:r>
          </a:p>
          <a:p>
            <a:pPr>
              <a:defRPr sz="1500"/>
            </a:pPr>
            <a:r>
              <a:t>紫金矿业（601899，有色金属）：综合73.0分；基本面优秀，具备中长期配置价值；趋势中性，观望。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长江电力（600900，电力）：综合70.0分；基本面优秀，具备中长期配置价值；中期趋势向上，可关注/持有。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招商银行（600036，银行）：综合66.0分；基本面优秀，具备中长期配置价值；中期趋势向上，可关注/持有。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