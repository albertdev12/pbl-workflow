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当前总资产：458.64万元</a:t>
            </a:r>
          </a:p>
          <a:p>
            <a:pPr>
              <a:defRPr sz="1500"/>
            </a:pPr>
            <a:r>
              <a:t>累计收益率：-8.27%</a:t>
            </a:r>
          </a:p>
          <a:p>
            <a:pPr>
              <a:defRPr sz="1500"/>
            </a:pPr>
            <a:r>
              <a:t>同期沪深300：-8.71%</a:t>
            </a:r>
          </a:p>
          <a:p>
            <a:pPr>
              <a:defRPr sz="1500"/>
            </a:pPr>
            <a:r>
              <a:t>现金：94.24万元（20.5%）</a:t>
            </a:r>
          </a:p>
          <a:p>
            <a:pPr>
              <a:defRPr sz="1500"/>
            </a:pPr>
            <a:r>
              <a:t>持仓：13只，累计交易41笔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1.94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-5.62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-0.73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147.66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-1.35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立讯精密（002475，消费电子）：综合67.5分；基本面优秀，具备中长期配置价值；趋势中性，观望。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宁德时代（300750，新能源电池）：综合67.0分；基本面优秀，具备中长期配置价值；趋势偏弱，回避或减仓。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