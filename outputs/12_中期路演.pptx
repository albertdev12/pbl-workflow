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当前总资产：459.87万元</a:t>
            </a:r>
          </a:p>
          <a:p>
            <a:pPr>
              <a:defRPr sz="1500"/>
            </a:pPr>
            <a:r>
              <a:t>累计收益率：-8.03%</a:t>
            </a:r>
          </a:p>
          <a:p>
            <a:pPr>
              <a:defRPr sz="1500"/>
            </a:pPr>
            <a:r>
              <a:t>同期沪深300：-8.30%</a:t>
            </a:r>
          </a:p>
          <a:p>
            <a:pPr>
              <a:defRPr sz="1500"/>
            </a:pPr>
            <a:r>
              <a:t>现金：103.24万元（22.5%）</a:t>
            </a:r>
          </a:p>
          <a:p>
            <a:pPr>
              <a:defRPr sz="1500"/>
            </a:pPr>
            <a:r>
              <a:t>持仓：13只，累计交易39笔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5603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115.49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112.53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-0.25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-6.15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125.12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-0.58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164.77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-1.28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-1.79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36.39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-0.63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39.89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-1.47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宁德时代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-1.08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紫金矿业（601899，有色金属）：综合74.5分；基本面优秀，具备中长期配置价值；趋势中性，观望。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长江电力（600900，电力）：综合70.0分；基本面优秀，具备中长期配置价值；中期趋势向上，可关注/持有。</a:t>
            </a:r>
          </a:p>
          <a:p>
            <a:pPr>
              <a:defRPr sz="1500"/>
            </a:pPr>
            <a:r>
              <a:t>立讯精密（002475，消费电子）：综合69.0分；基本面优秀，具备中长期配置价值；趋势中性，观望。</a:t>
            </a:r>
          </a:p>
          <a:p>
            <a:pPr>
              <a:defRPr sz="1500"/>
            </a:pPr>
            <a:r>
              <a:t>宁德时代（300750，新能源电池）：综合68.5分；基本面优秀，具备中长期配置价值；趋势中性，观望。</a:t>
            </a:r>
          </a:p>
          <a:p>
            <a:pPr>
              <a:defRPr sz="1500"/>
            </a:pPr>
            <a:r>
              <a:t>招商银行（600036，银行）：综合67.0分；基本面优秀，具备中长期配置价值；中期趋势向上，可关注/持有。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