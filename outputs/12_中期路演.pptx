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当前总资产：476.00万元</a:t>
            </a:r>
          </a:p>
          <a:p>
            <a:pPr>
              <a:defRPr sz="1500"/>
            </a:pPr>
            <a:r>
              <a:t>累计收益率：-4.80%</a:t>
            </a:r>
          </a:p>
          <a:p>
            <a:pPr>
              <a:defRPr sz="1500"/>
            </a:pPr>
            <a:r>
              <a:t>同期沪深300：-4.19%</a:t>
            </a:r>
          </a:p>
          <a:p>
            <a:pPr>
              <a:defRPr sz="1500"/>
            </a:pPr>
            <a:r>
              <a:t>现金：95.84万元（20.1%）</a:t>
            </a:r>
          </a:p>
          <a:p>
            <a:pPr>
              <a:defRPr sz="1500"/>
            </a:pPr>
            <a:r>
              <a:t>持仓：14只，累计交易37笔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4003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96.99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-5.15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0.78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-0.75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-1.99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137.42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173.42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167.34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0.23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-1.6</a:t>
                      </a:r>
                    </a:p>
                  </a:txBody>
                  <a:tcPr/>
                </a:tc>
              </a:tr>
              <a:tr h="24003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291.11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紫金矿业（601899，有色金属）：综合75.5分；基本面优秀，具备中长期配置价值；趋势中性，观望。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中国平安（601318，保险）：综合73.5分；基本面优秀，具备中长期配置价值；中期趋势向上，可关注/持有。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立讯精密（002475，消费电子）：综合67.0分；基本面优秀，具备中长期配置价值；趋势中性，观望。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