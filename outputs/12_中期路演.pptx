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当前总资产：486.41万元</a:t>
            </a:r>
          </a:p>
          <a:p>
            <a:pPr>
              <a:defRPr sz="1500"/>
            </a:pPr>
            <a:r>
              <a:t>累计收益率：-2.72%</a:t>
            </a:r>
          </a:p>
          <a:p>
            <a:pPr>
              <a:defRPr sz="1500"/>
            </a:pPr>
            <a:r>
              <a:t>同期沪深300：-0.89%</a:t>
            </a:r>
          </a:p>
          <a:p>
            <a:pPr>
              <a:defRPr sz="1500"/>
            </a:pPr>
            <a:r>
              <a:t>现金：96.73万元（19.9%）</a:t>
            </a:r>
          </a:p>
          <a:p>
            <a:pPr>
              <a:defRPr sz="1500"/>
            </a:pPr>
            <a:r>
              <a:t>持仓：14只，累计交易33笔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-1.53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1.85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143.06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宁德时代（300750，新能源电池）：综合73.0分；基本面优秀，具备中长期配置价值；趋势中性，观望。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美的集团（000333，家电）：综合68.0分；基本面优秀，具备中长期配置价值；中期趋势向上，可关注/持有。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长江电力（600900，电力）：综合67.0分；基本面优秀，具备中长期配置价值；趋势中性，观望。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