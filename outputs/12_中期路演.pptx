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当前总资产：450.61万元</a:t>
            </a:r>
          </a:p>
          <a:p>
            <a:pPr>
              <a:defRPr sz="1500"/>
            </a:pPr>
            <a:r>
              <a:t>累计收益率：-9.88%</a:t>
            </a:r>
          </a:p>
          <a:p>
            <a:pPr>
              <a:defRPr sz="1500"/>
            </a:pPr>
            <a:r>
              <a:t>同期沪深300：-9.73%</a:t>
            </a:r>
          </a:p>
          <a:p>
            <a:pPr>
              <a:defRPr sz="1500"/>
            </a:pPr>
            <a:r>
              <a:t>现金：94.78万元（21.0%）</a:t>
            </a:r>
          </a:p>
          <a:p>
            <a:pPr>
              <a:defRPr sz="1500"/>
            </a:pPr>
            <a:r>
              <a:t>持仓：13只，累计交易43笔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-5.88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146.74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-2.44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-1.74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-1.39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106.92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宁德时代（300750，新能源电池）：综合76.5分；基本面优秀，具备中长期配置价值；趋势中性，观望。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贵州茅台（600519，白酒）：综合66.5分；基本面优秀，具备中长期配置价值；中期趋势向上，可关注/持有。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