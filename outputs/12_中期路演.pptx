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当前总资产：487.85万元</a:t>
            </a:r>
          </a:p>
          <a:p>
            <a:pPr>
              <a:defRPr sz="1500"/>
            </a:pPr>
            <a:r>
              <a:t>累计收益率：-2.43%</a:t>
            </a:r>
          </a:p>
          <a:p>
            <a:pPr>
              <a:defRPr sz="1500"/>
            </a:pPr>
            <a:r>
              <a:t>同期沪深300：-1.49%</a:t>
            </a:r>
          </a:p>
          <a:p>
            <a:pPr>
              <a:defRPr sz="1500"/>
            </a:pPr>
            <a:r>
              <a:t>现金：80.26万元（16.5%）</a:t>
            </a:r>
          </a:p>
          <a:p>
            <a:pPr>
              <a:defRPr sz="1500"/>
            </a:pPr>
            <a:r>
              <a:t>持仓：12只，累计交易26笔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-2.36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-5.53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62.09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-3.39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-0.36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1.81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133.58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-0.16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0.02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186.09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0.85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紫金矿业（601899，有色金属）：综合82.5分；基本面优秀，具备中长期配置价值；中期趋势向上，可关注/持有。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宁德时代（300750，新能源电池）：综合71.0分；基本面优秀，具备中长期配置价值；趋势中性，观望。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美的集团（000333，家电）：综合65.5分；基本面优秀，具备中长期配置价值；趋势中性，观望。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