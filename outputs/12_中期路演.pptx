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模拟证券投资大赛·中期路演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课程：证券期货操作实验　平台：同花顺模拟炒股</a:t>
            </a:r>
          </a:p>
          <a:p>
            <a:pPr>
              <a:defRPr sz="1600"/>
            </a:pPr>
            <a:r>
              <a:t>汇报内容：投资表现 / 当前持仓 / 投资逻辑 / 阶段复盘 / 下一步计划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1. 当前投资表现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初始资金：500万元</a:t>
            </a:r>
          </a:p>
          <a:p>
            <a:pPr>
              <a:defRPr sz="1600"/>
            </a:pPr>
            <a:r>
              <a:t>当前总资产：500.00万元</a:t>
            </a:r>
          </a:p>
          <a:p>
            <a:pPr>
              <a:defRPr sz="1600"/>
            </a:pPr>
            <a:r>
              <a:t>当前收益率：+0.00%</a:t>
            </a:r>
          </a:p>
          <a:p>
            <a:pPr>
              <a:defRPr sz="1600"/>
            </a:pPr>
            <a:r>
              <a:t>同期沪深300：—</a:t>
            </a:r>
          </a:p>
          <a:p>
            <a:pPr>
              <a:defRPr sz="1600"/>
            </a:pPr>
            <a:r>
              <a:t>现金：500.00万元（100.0%）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2. 当前投资组合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持仓逻辑：基本面评分+技术面趋势双确认；单只≤30%。</a:t>
            </a:r>
          </a:p>
          <a:p>
            <a:pPr>
              <a:defRPr sz="1600"/>
            </a:pPr>
            <a:r>
              <a:t>主要风险：市场系统性回调、行业政策变化。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2743200"/>
          <a:ext cx="8.6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"/>
                <a:gridCol w="1"/>
                <a:gridCol w="1"/>
                <a:gridCol w="1"/>
                <a:gridCol w="1"/>
                <a:gridCol w="3"/>
              </a:tblGrid>
              <a:tr h="1188720">
                <a:tc>
                  <a:txBody>
                    <a:bodyPr/>
                    <a:lstStyle/>
                    <a:p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浮盈(万元)</a:t>
                      </a:r>
                    </a:p>
                  </a:txBody>
                  <a:tcPr/>
                </a:tc>
              </a:tr>
              <a:tr h="1188720">
                <a:tc>
                  <a:txBody>
                    <a:bodyPr/>
                    <a:lstStyle/>
                    <a:p>
                      <a:r>
                        <a:t>证券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持仓(股)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成本价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现价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市值(万元)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浮盈(万元)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3. 投资逻辑（候选池Top）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紫金矿业（601899，有色金属）：综合78.0分；基本面优秀，具备中长期配置价值；趋势中性，观望。</a:t>
            </a:r>
          </a:p>
          <a:p>
            <a:pPr>
              <a:defRPr sz="1600"/>
            </a:pPr>
            <a:r>
              <a:t>中国平安（601318，保险）：综合71.0分；基本面优秀，具备中长期配置价值；中期趋势向上，可关注/持有。</a:t>
            </a:r>
          </a:p>
          <a:p>
            <a:pPr>
              <a:defRPr sz="1600"/>
            </a:pPr>
            <a:r>
              <a:t>长江电力（600900，电力）：综合70.0分；基本面优秀，具备中长期配置价值；中期趋势向上，可关注/持有。</a:t>
            </a:r>
          </a:p>
          <a:p>
            <a:pPr>
              <a:defRPr sz="1600"/>
            </a:pPr>
            <a:r>
              <a:t>宁德时代（300750，新能源电池）：综合69.0分；基本面优秀，具备中长期配置价值；趋势中性，观望。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9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4. 阶段复盘与下一步计划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8" cy="4206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/>
            </a:pPr>
            <a:r>
              <a:t>做得好：买入前完成基本面+技术面双检查，纪律执行止盈止损。</a:t>
            </a:r>
          </a:p>
          <a:p>
            <a:pPr>
              <a:defRPr sz="1600"/>
            </a:pPr>
            <a:r>
              <a:t>待改进：对宏观消息反应偏慢；行业集中度需再平衡。</a:t>
            </a:r>
          </a:p>
          <a:p>
            <a:pPr>
              <a:defRPr sz="1600"/>
            </a:pPr>
            <a:r>
              <a:t>下一步：跟踪候选池评分变化，技术面恶化标的及时调仓；保持现金≥20%。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