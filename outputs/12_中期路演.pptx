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当前总资产：471.89万元</a:t>
            </a:r>
          </a:p>
          <a:p>
            <a:pPr>
              <a:defRPr sz="1500"/>
            </a:pPr>
            <a:r>
              <a:t>累计收益率：-5.62%</a:t>
            </a:r>
          </a:p>
          <a:p>
            <a:pPr>
              <a:defRPr sz="1500"/>
            </a:pPr>
            <a:r>
              <a:t>同期沪深300：-4.56%</a:t>
            </a:r>
          </a:p>
          <a:p>
            <a:pPr>
              <a:defRPr sz="1500"/>
            </a:pPr>
            <a:r>
              <a:t>现金：211.02万元（44.7%）</a:t>
            </a:r>
          </a:p>
          <a:p>
            <a:pPr>
              <a:defRPr sz="1500"/>
            </a:pPr>
            <a:r>
              <a:t>持仓：13只，累计交易35笔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-6.77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-2.05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-0.92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-1.76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139.37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175.66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0.48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紫金矿业（601899，有色金属）：综合75.0分；基本面优秀，具备中长期配置价值；趋势中性，观望。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长江电力（600900，电力）：综合74.0分；基本面优秀，具备中长期配置价值；中期趋势向上，可关注/持有。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中国平安（601318，保险）：综合64.5分；基本面优秀，具备中长期配置价值；趋势中性，观望。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招商银行（600036，银行）：综合64.0分；基本面优秀，具备中长期配置价值；趋势中性，观望。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